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57" r:id="rId5"/>
    <p:sldId id="258" r:id="rId6"/>
    <p:sldId id="263" r:id="rId7"/>
    <p:sldId id="264" r:id="rId8"/>
    <p:sldId id="259" r:id="rId9"/>
    <p:sldId id="266" r:id="rId10"/>
    <p:sldId id="262" r:id="rId11"/>
    <p:sldId id="261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435A-4928-A2FA-4255-E999ACA02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1E83E-CCF6-1EEF-4B80-A43873BC4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8EFC9-C6AB-781E-D311-7E2F700A4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4953-F0A2-D60A-E371-053C0C45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604B5-F8D0-041D-9B0E-B04A3533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0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E820-7849-72E0-00E0-D7D92C27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828A-2D74-B036-7AAD-CD229B1AE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2A399-942C-7540-5D70-9B681EE2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24D11-39AA-0B55-6339-F4F1B9FA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C3656-4B4E-FB1B-AD96-A0477E6B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3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B272-057C-1F3F-A0F6-2BF40F89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85546-5F52-C26C-208A-FFE7A9DF7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5CFC6-50B6-4160-C304-73C1258F1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582BC-5C26-1794-3453-51A9BBAE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CC1BE-D37C-141B-A050-4E8840C6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5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3D72-E57A-883F-9605-67147D08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B9E0-45C7-7F01-D1D6-5E627A29C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43B6B-69B3-0750-96B0-959011E9B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B7754-A70D-DAF4-15E6-6D55A7BC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887A8-59FB-B12C-52E2-F9FD1ED9B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13D79-6D6A-6C5E-847E-506927A4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9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92CB9-72AF-60A1-A767-89846A1C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3A126-037F-F3AA-9868-876164E88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91B4D-C8A5-67D4-91A4-D65D20EE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9D826-D9F5-0F2B-6820-E193ED5A2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40B4A-EB50-C428-8738-BE2F54B99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E084D-7359-B241-871B-9E491216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CFD16A-BE73-DE92-68D1-10B65450A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EDCB-E005-2FF9-974B-D13E18A5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1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2845-E0EB-8324-CC4F-67167594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E1B921-6C12-C353-8ACE-C9ED47B1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233F7-2407-33E0-11C2-6E954A79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AE6DA-1667-7CB1-C5E4-2123F1CE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92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6093D-4942-FD94-65ED-16573CD3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DAB1BC-5F59-237E-297D-31E99E37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66E2B-DF36-52BB-C168-9054AD5F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2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0FB-0425-0744-C6BD-0F6F168C9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1FD9-231B-E89A-8769-53BD8B9C0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55184-888B-795A-31DC-010868962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49A0C-CABF-7CB8-3D88-B2374D42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BE5AE-0EA8-817A-27A3-3D99F6F6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8EC0B-0F62-60F3-D079-AFFC17AD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7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F347-1DBC-B2D3-D13F-95652718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B57FC-D97D-EECB-2D1A-67F144ABD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FCFB4-D5A6-6A9C-C165-94DD0F096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03D3F-348E-2C68-3D61-B2F2EA2B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F3A6-E418-AF63-7CF3-B8F8B6D5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D32103-85B3-5E75-A7E7-03ED76B3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98148-5CC2-066B-4070-E1D4E612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8B776-5741-9A3A-F286-E2E01D902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F34CE-931F-3876-425F-729EC425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E7610-EFF4-16DC-467C-A89A1367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B7D62-F143-DDA5-41A5-D13DE401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3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1CE86-9CE7-96D9-6424-3CB0F4B4C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5EF83-BCE9-DDBB-FAE5-C0A077C28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CBC93-2502-C0D6-459F-EB7914C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7B7A0-8C70-2626-2694-0AC4C9C55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8BDA7-D314-2091-A585-3C34F3CD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7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06494D-1464-94DF-9EA9-CF474A0B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2C9B1-4887-6B09-6CD0-2B0E5DC69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9A1C-DC10-E5DA-3AA4-5EE834727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C30B7E-0E55-4E82-B957-8715E19A67D8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1D559-1DC5-CD4A-0680-28E78A7B8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6ED7-C4AA-C291-5879-BA36E6F8D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6782E-3687-44B4-BA21-AE1E06704F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3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onnino/hotstuf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0B4B9-E5AA-F9D8-0B09-49724AC2F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Hotstuff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05E21-DFEE-9A83-01CF-4385FFC44B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Birju Patel</a:t>
            </a:r>
          </a:p>
        </p:txBody>
      </p:sp>
    </p:spTree>
    <p:extLst>
      <p:ext uri="{BB962C8B-B14F-4D97-AF65-F5344CB8AC3E}">
        <p14:creationId xmlns:p14="http://schemas.microsoft.com/office/powerpoint/2010/main" val="380009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6A82B-17BC-C678-4EDC-1C445C02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90507-4442-BA7E-BF13-A84A13309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the performance of Hotstuff under attack</a:t>
            </a:r>
          </a:p>
          <a:p>
            <a:r>
              <a:rPr lang="en-US" dirty="0"/>
              <a:t>Determine if a Hotstuff based BFT system was suitable for the SCADA application</a:t>
            </a:r>
          </a:p>
        </p:txBody>
      </p:sp>
    </p:spTree>
    <p:extLst>
      <p:ext uri="{BB962C8B-B14F-4D97-AF65-F5344CB8AC3E}">
        <p14:creationId xmlns:p14="http://schemas.microsoft.com/office/powerpoint/2010/main" val="378186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A646-5A3E-15BC-DD06-F2267865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A63A3-2DA9-806A-E2C5-78305EB8A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selected a BFT system that implemented the Hotstuff consensus protocol and used a mempool to disseminate transactions across the network</a:t>
            </a:r>
          </a:p>
          <a:p>
            <a:r>
              <a:rPr lang="en-US" dirty="0">
                <a:hlinkClick r:id="rId2"/>
              </a:rPr>
              <a:t>https://github.com/asonnino/hotstuff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1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94D2-9CC9-6EEC-8BA9-ADE3FF00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Chained Hotstuff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EEB15-069E-613F-822B-B6287CCC6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phase commit</a:t>
            </a:r>
          </a:p>
          <a:p>
            <a:r>
              <a:rPr lang="en-US" dirty="0"/>
              <a:t>Linear view change</a:t>
            </a:r>
          </a:p>
          <a:p>
            <a:r>
              <a:rPr lang="en-US" dirty="0"/>
              <a:t>View change after each phase</a:t>
            </a:r>
          </a:p>
          <a:p>
            <a:r>
              <a:rPr lang="en-US" dirty="0"/>
              <a:t>Blockchain based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DBA25D-DD37-0084-6D70-07AB3637E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25" y="3835029"/>
            <a:ext cx="9316750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37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E77-E9FF-CC32-BD6A-AAE27EC2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Chained Hotstuff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E7B91-EA5E-D9F9-72DD-B1CB29B4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64" y="1690688"/>
            <a:ext cx="9128872" cy="401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9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F01B-8AB0-BBAC-43AB-D6BB8E80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021F-39DF-B9B1-58CA-8E3602DF2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traditional BFT systems, the transaction that the system is trying to reach consensus on is included in consensus messages</a:t>
            </a:r>
          </a:p>
          <a:p>
            <a:r>
              <a:rPr lang="en-US" dirty="0"/>
              <a:t>The mempool separates BFT into two layers</a:t>
            </a:r>
          </a:p>
          <a:p>
            <a:pPr lvl="1"/>
            <a:r>
              <a:rPr lang="en-US" dirty="0"/>
              <a:t>Consensus – Deals with ordering blocks of transactions</a:t>
            </a:r>
          </a:p>
          <a:p>
            <a:pPr lvl="1"/>
            <a:r>
              <a:rPr lang="en-US" dirty="0"/>
              <a:t>Mempool – Deals with disseminating blocks of transactions across the network</a:t>
            </a:r>
          </a:p>
        </p:txBody>
      </p:sp>
    </p:spTree>
    <p:extLst>
      <p:ext uri="{BB962C8B-B14F-4D97-AF65-F5344CB8AC3E}">
        <p14:creationId xmlns:p14="http://schemas.microsoft.com/office/powerpoint/2010/main" val="144795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A904-76C3-DEBF-5ACC-00693975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Mempool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09662-DA74-7764-E874-4CB7572BF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mempool layer takes transactions from clients and packages them in blocks</a:t>
            </a:r>
          </a:p>
          <a:p>
            <a:r>
              <a:rPr lang="en-US" dirty="0"/>
              <a:t>It then broadcasts those blocks in an unordered manner across the network</a:t>
            </a:r>
          </a:p>
          <a:p>
            <a:r>
              <a:rPr lang="en-US" dirty="0"/>
              <a:t>A unique hash is created for each block</a:t>
            </a:r>
          </a:p>
          <a:p>
            <a:r>
              <a:rPr lang="en-US" dirty="0"/>
              <a:t>This hash is then sent to the consensus layer, and the hash is included on consensus messages</a:t>
            </a:r>
          </a:p>
        </p:txBody>
      </p:sp>
    </p:spTree>
    <p:extLst>
      <p:ext uri="{BB962C8B-B14F-4D97-AF65-F5344CB8AC3E}">
        <p14:creationId xmlns:p14="http://schemas.microsoft.com/office/powerpoint/2010/main" val="168364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46E8-A573-04C3-26D8-D9510B852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4DB8A7-C95F-BD16-27FA-D9AE5199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880" y="1690688"/>
            <a:ext cx="6339103" cy="42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84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05C5-71B6-0A1E-1609-B9F08AB7F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Setup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BE34B9-8E8B-29DC-0272-59CA06801C10}"/>
              </a:ext>
            </a:extLst>
          </p:cNvPr>
          <p:cNvSpPr/>
          <p:nvPr/>
        </p:nvSpPr>
        <p:spPr>
          <a:xfrm>
            <a:off x="1819470" y="1595535"/>
            <a:ext cx="2332653" cy="2127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70AF7-B306-4B73-47FA-9E581837B7E3}"/>
              </a:ext>
            </a:extLst>
          </p:cNvPr>
          <p:cNvSpPr/>
          <p:nvPr/>
        </p:nvSpPr>
        <p:spPr>
          <a:xfrm>
            <a:off x="6767805" y="1595534"/>
            <a:ext cx="2332653" cy="2127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6AE61C-45FA-3C41-6491-B8CEF96546B6}"/>
              </a:ext>
            </a:extLst>
          </p:cNvPr>
          <p:cNvSpPr/>
          <p:nvPr/>
        </p:nvSpPr>
        <p:spPr>
          <a:xfrm>
            <a:off x="1819470" y="4365496"/>
            <a:ext cx="2332653" cy="2127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831594-48F1-931E-10AD-1F30CC4D5B81}"/>
              </a:ext>
            </a:extLst>
          </p:cNvPr>
          <p:cNvSpPr/>
          <p:nvPr/>
        </p:nvSpPr>
        <p:spPr>
          <a:xfrm>
            <a:off x="6767805" y="4365495"/>
            <a:ext cx="2332653" cy="21273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ED92A-2F41-17A2-31E2-689F9C7808C4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152123" y="2659224"/>
            <a:ext cx="261568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C89609-6E15-411B-D666-2D573993FDEE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7934132" y="3722913"/>
            <a:ext cx="0" cy="642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2B2CC85-D315-4C55-DD01-D8DD3E8C5DD8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152123" y="5429185"/>
            <a:ext cx="261568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0DA835-045F-E913-B195-84982717A26B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2985797" y="3722914"/>
            <a:ext cx="0" cy="642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94E12EB-3AE3-A64C-2F25-80D09A44D3AE}"/>
              </a:ext>
            </a:extLst>
          </p:cNvPr>
          <p:cNvSpPr txBox="1"/>
          <p:nvPr/>
        </p:nvSpPr>
        <p:spPr>
          <a:xfrm>
            <a:off x="5005874" y="2299222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6C1108-F70D-F78D-7BC0-8536D147747A}"/>
              </a:ext>
            </a:extLst>
          </p:cNvPr>
          <p:cNvSpPr txBox="1"/>
          <p:nvPr/>
        </p:nvSpPr>
        <p:spPr>
          <a:xfrm>
            <a:off x="7934131" y="3859538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361C4E-AF89-1F90-537A-ADCAAD4F4BF8}"/>
              </a:ext>
            </a:extLst>
          </p:cNvPr>
          <p:cNvSpPr txBox="1"/>
          <p:nvPr/>
        </p:nvSpPr>
        <p:spPr>
          <a:xfrm>
            <a:off x="2985796" y="3859538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829FDF-80FB-9D1D-6966-345CAB7944BC}"/>
              </a:ext>
            </a:extLst>
          </p:cNvPr>
          <p:cNvSpPr txBox="1"/>
          <p:nvPr/>
        </p:nvSpPr>
        <p:spPr>
          <a:xfrm>
            <a:off x="5005874" y="5429184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EE308C-69E8-9703-A027-F9DA199E3E87}"/>
              </a:ext>
            </a:extLst>
          </p:cNvPr>
          <p:cNvSpPr txBox="1"/>
          <p:nvPr/>
        </p:nvSpPr>
        <p:spPr>
          <a:xfrm>
            <a:off x="2531706" y="4359033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aster13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A86547-44AC-AA19-376C-5C49AA5EF7E7}"/>
              </a:ext>
            </a:extLst>
          </p:cNvPr>
          <p:cNvSpPr txBox="1"/>
          <p:nvPr/>
        </p:nvSpPr>
        <p:spPr>
          <a:xfrm>
            <a:off x="2531706" y="1620958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aster15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BDEC48-1462-8A4F-92D4-4330F676A249}"/>
              </a:ext>
            </a:extLst>
          </p:cNvPr>
          <p:cNvSpPr txBox="1"/>
          <p:nvPr/>
        </p:nvSpPr>
        <p:spPr>
          <a:xfrm>
            <a:off x="7480041" y="1620958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aster16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8F969C-FB5D-E604-0F41-1CD872704155}"/>
              </a:ext>
            </a:extLst>
          </p:cNvPr>
          <p:cNvSpPr txBox="1"/>
          <p:nvPr/>
        </p:nvSpPr>
        <p:spPr>
          <a:xfrm>
            <a:off x="7480041" y="4358724"/>
            <a:ext cx="90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aster14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C74165-CD2E-34A0-361E-EB46F2B34DA4}"/>
              </a:ext>
            </a:extLst>
          </p:cNvPr>
          <p:cNvSpPr/>
          <p:nvPr/>
        </p:nvSpPr>
        <p:spPr>
          <a:xfrm>
            <a:off x="2182585" y="4858527"/>
            <a:ext cx="376335" cy="34780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2BEBF4-AD42-577F-5416-EB427AF3E27D}"/>
              </a:ext>
            </a:extLst>
          </p:cNvPr>
          <p:cNvSpPr/>
          <p:nvPr/>
        </p:nvSpPr>
        <p:spPr>
          <a:xfrm>
            <a:off x="2797628" y="4858528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737E35-668A-67F6-62C5-6D27A6294A90}"/>
              </a:ext>
            </a:extLst>
          </p:cNvPr>
          <p:cNvSpPr/>
          <p:nvPr/>
        </p:nvSpPr>
        <p:spPr>
          <a:xfrm>
            <a:off x="3412671" y="4858528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EDCA94-3E8B-0E04-2B12-DAD92EE9FB6A}"/>
              </a:ext>
            </a:extLst>
          </p:cNvPr>
          <p:cNvSpPr/>
          <p:nvPr/>
        </p:nvSpPr>
        <p:spPr>
          <a:xfrm>
            <a:off x="2182584" y="2053324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A24879-11FE-D0FE-23FD-4739271D1F0A}"/>
              </a:ext>
            </a:extLst>
          </p:cNvPr>
          <p:cNvSpPr/>
          <p:nvPr/>
        </p:nvSpPr>
        <p:spPr>
          <a:xfrm>
            <a:off x="2797628" y="2053323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9A6738-9322-46C7-33F6-8DD7499EE6D2}"/>
              </a:ext>
            </a:extLst>
          </p:cNvPr>
          <p:cNvSpPr/>
          <p:nvPr/>
        </p:nvSpPr>
        <p:spPr>
          <a:xfrm>
            <a:off x="3412670" y="2053322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D16B1E-D05A-6050-62B7-C2403532F78E}"/>
              </a:ext>
            </a:extLst>
          </p:cNvPr>
          <p:cNvSpPr/>
          <p:nvPr/>
        </p:nvSpPr>
        <p:spPr>
          <a:xfrm>
            <a:off x="7103706" y="2053321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2C11CC-437C-5E5A-0FC7-C0E7932E9E90}"/>
              </a:ext>
            </a:extLst>
          </p:cNvPr>
          <p:cNvSpPr/>
          <p:nvPr/>
        </p:nvSpPr>
        <p:spPr>
          <a:xfrm>
            <a:off x="7745963" y="2053320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E6F1EE-0889-AD74-4760-30269A33A992}"/>
              </a:ext>
            </a:extLst>
          </p:cNvPr>
          <p:cNvSpPr/>
          <p:nvPr/>
        </p:nvSpPr>
        <p:spPr>
          <a:xfrm>
            <a:off x="8388220" y="2050240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4765AE9-6424-6259-011D-84CC47D60127}"/>
              </a:ext>
            </a:extLst>
          </p:cNvPr>
          <p:cNvSpPr/>
          <p:nvPr/>
        </p:nvSpPr>
        <p:spPr>
          <a:xfrm>
            <a:off x="7103705" y="4857910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3C748D-7BA3-C6D9-3148-8C3B62CF04C4}"/>
              </a:ext>
            </a:extLst>
          </p:cNvPr>
          <p:cNvSpPr/>
          <p:nvPr/>
        </p:nvSpPr>
        <p:spPr>
          <a:xfrm>
            <a:off x="7745963" y="4857909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555515-6E63-0761-4F81-1FE418DB518E}"/>
              </a:ext>
            </a:extLst>
          </p:cNvPr>
          <p:cNvSpPr/>
          <p:nvPr/>
        </p:nvSpPr>
        <p:spPr>
          <a:xfrm>
            <a:off x="8388219" y="4863909"/>
            <a:ext cx="376335" cy="3478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5C08FDD1-E2E7-77E2-9EB0-BEAB2071C2C8}"/>
              </a:ext>
            </a:extLst>
          </p:cNvPr>
          <p:cNvSpPr/>
          <p:nvPr/>
        </p:nvSpPr>
        <p:spPr>
          <a:xfrm>
            <a:off x="2169366" y="5681032"/>
            <a:ext cx="403546" cy="369332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824BC382-337E-DF0F-62F8-78D913D3881F}"/>
              </a:ext>
            </a:extLst>
          </p:cNvPr>
          <p:cNvSpPr/>
          <p:nvPr/>
        </p:nvSpPr>
        <p:spPr>
          <a:xfrm>
            <a:off x="2784022" y="5681032"/>
            <a:ext cx="403546" cy="369332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8D6719F6-4101-BCFC-4334-40DE42B4931A}"/>
              </a:ext>
            </a:extLst>
          </p:cNvPr>
          <p:cNvSpPr/>
          <p:nvPr/>
        </p:nvSpPr>
        <p:spPr>
          <a:xfrm>
            <a:off x="3412670" y="5699361"/>
            <a:ext cx="403546" cy="369332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A44BB097-831D-069F-C13C-CAED8AF4771C}"/>
              </a:ext>
            </a:extLst>
          </p:cNvPr>
          <p:cNvSpPr/>
          <p:nvPr/>
        </p:nvSpPr>
        <p:spPr>
          <a:xfrm>
            <a:off x="7076494" y="5681032"/>
            <a:ext cx="403546" cy="369332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948F4289-7183-F343-5383-DE32A4782120}"/>
              </a:ext>
            </a:extLst>
          </p:cNvPr>
          <p:cNvSpPr/>
          <p:nvPr/>
        </p:nvSpPr>
        <p:spPr>
          <a:xfrm>
            <a:off x="7732357" y="5699361"/>
            <a:ext cx="403546" cy="369332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A491435F-321D-37BF-C218-078FD76A9000}"/>
              </a:ext>
            </a:extLst>
          </p:cNvPr>
          <p:cNvSpPr/>
          <p:nvPr/>
        </p:nvSpPr>
        <p:spPr>
          <a:xfrm>
            <a:off x="8416407" y="5699361"/>
            <a:ext cx="403546" cy="369332"/>
          </a:xfrm>
          <a:prstGeom prst="flowChartConnector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5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593E6-1E04-ED4E-6072-A863840C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EFB88-E02D-6CE6-B881-97A79D71D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Crash failures</a:t>
            </a:r>
          </a:p>
          <a:p>
            <a:r>
              <a:rPr lang="en-US" dirty="0"/>
              <a:t>Network attacks</a:t>
            </a:r>
          </a:p>
          <a:p>
            <a:r>
              <a:rPr lang="en-US" dirty="0"/>
              <a:t>Byzantine attacks</a:t>
            </a:r>
          </a:p>
        </p:txBody>
      </p:sp>
    </p:spTree>
    <p:extLst>
      <p:ext uri="{BB962C8B-B14F-4D97-AF65-F5344CB8AC3E}">
        <p14:creationId xmlns:p14="http://schemas.microsoft.com/office/powerpoint/2010/main" val="209653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61D8-AEB8-34FE-EC46-D001B5B73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DE774-5B39-C02D-E3E4-9AB0E76E7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Control - No interference</a:t>
            </a:r>
          </a:p>
          <a:p>
            <a:r>
              <a:rPr lang="en-US" dirty="0"/>
              <a:t>Kill 1 – Kill and restart a single replica</a:t>
            </a:r>
          </a:p>
          <a:p>
            <a:r>
              <a:rPr lang="en-US" dirty="0"/>
              <a:t>Site Isolation – Drop all communication to and from a single site, then reconnect the site</a:t>
            </a:r>
          </a:p>
          <a:p>
            <a:r>
              <a:rPr lang="en-US" dirty="0"/>
              <a:t>Site Isolation + Kill 2 – Isolate a site and simultaneously kill 2 replicas, then reconnect the site and restart the replicas</a:t>
            </a:r>
          </a:p>
          <a:p>
            <a:r>
              <a:rPr lang="en-US" dirty="0"/>
              <a:t>Delay Attack – A byzantine replica injects 500ms of delay when it becomes leader</a:t>
            </a:r>
          </a:p>
          <a:p>
            <a:r>
              <a:rPr lang="en-US" dirty="0"/>
              <a:t>Fork Attack – A byzantine replica sends conflicting proposals when it becomes leader</a:t>
            </a:r>
          </a:p>
        </p:txBody>
      </p:sp>
    </p:spTree>
    <p:extLst>
      <p:ext uri="{BB962C8B-B14F-4D97-AF65-F5344CB8AC3E}">
        <p14:creationId xmlns:p14="http://schemas.microsoft.com/office/powerpoint/2010/main" val="403814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AF8E-EEFC-D3A8-CAE5-AE687C4B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98CBD-91C2-6AD3-3D88-ED4599D3A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2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D75C-2824-CE41-E1CD-3DF39E11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73672-F825-0DC8-49FB-D5A3EB0DE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261" y="1690688"/>
            <a:ext cx="7761477" cy="4620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3895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2290-F219-EB7D-7A2A-88BDB8D8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Control, Anomaly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7DC1E-8845-8C85-7894-A2938021A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433" y="1690688"/>
            <a:ext cx="7489134" cy="44529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126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33DC-BBE8-4DAF-A74F-BEA4DD108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Kill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A2657C-33B1-593B-E2D5-CBB5EA514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79" y="1690688"/>
            <a:ext cx="7909442" cy="47429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6536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2799-A2BC-0D01-1ADB-AFFE85E2C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Isolation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4D6D6-09BC-DBF8-7CCC-6E51DE986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332" y="1690688"/>
            <a:ext cx="7727336" cy="45608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4177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C8E5-9A2A-4EF2-849D-5B6CEA98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Isolation + Kill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A29C0-2310-8A2F-B143-78D60131D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708" y="1690688"/>
            <a:ext cx="7824584" cy="46947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0126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640F-EF5A-27D7-5E23-B56DB34C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 Attack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580C7-E8F2-E5B2-5640-EFF261124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77" y="1690688"/>
            <a:ext cx="7782845" cy="46354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32801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0885-49C6-0A54-B908-BADAFA38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 Attack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E7249-F930-6334-E8C8-C38947509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237" y="1690688"/>
            <a:ext cx="7593526" cy="45074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360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293</Words>
  <Application>Microsoft Office PowerPoint</Application>
  <PresentationFormat>Widescreen</PresentationFormat>
  <Paragraphs>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Hotstuff Evaluation</vt:lpstr>
      <vt:lpstr>Project Goal</vt:lpstr>
      <vt:lpstr>Implementation</vt:lpstr>
      <vt:lpstr>Chained Hotstuff</vt:lpstr>
      <vt:lpstr>Chained Hotstuff</vt:lpstr>
      <vt:lpstr>Mempool</vt:lpstr>
      <vt:lpstr>Mempool</vt:lpstr>
      <vt:lpstr>Testing Setup</vt:lpstr>
      <vt:lpstr>Testing Setup</vt:lpstr>
      <vt:lpstr>Potential Threats</vt:lpstr>
      <vt:lpstr>Test Scenarios</vt:lpstr>
      <vt:lpstr>Results</vt:lpstr>
      <vt:lpstr>Control</vt:lpstr>
      <vt:lpstr>Control, Anomaly</vt:lpstr>
      <vt:lpstr>Kill 1</vt:lpstr>
      <vt:lpstr>Site Isolation</vt:lpstr>
      <vt:lpstr>Site Isolation + Kill 2</vt:lpstr>
      <vt:lpstr>Delay Attack</vt:lpstr>
      <vt:lpstr>Fork Attack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Hotstuff Evaluation</dc:title>
  <dc:creator>Birju Patel</dc:creator>
  <cp:lastModifiedBy>Birju Patel</cp:lastModifiedBy>
  <cp:revision>19</cp:revision>
  <dcterms:created xsi:type="dcterms:W3CDTF">2023-08-30T05:19:59Z</dcterms:created>
  <dcterms:modified xsi:type="dcterms:W3CDTF">2023-08-30T06:03:26Z</dcterms:modified>
</cp:coreProperties>
</file>